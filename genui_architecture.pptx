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GenUI Personalization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Applications integrate via GenUI SDK (minimal effort)</a:t>
            </a:r>
          </a:p>
          <a:p>
            <a:r>
              <a:t>• SDK handles rendering + event tracking</a:t>
            </a:r>
          </a:p>
          <a:p>
            <a:r>
              <a:t>• API Layer ingests events &amp; exposes decision APIs</a:t>
            </a:r>
          </a:p>
          <a:p>
            <a:r>
              <a:t>• Context &amp; Memory Layer builds real-time user context</a:t>
            </a:r>
          </a:p>
          <a:p>
            <a:r>
              <a:t>• Decision Engine (Rules + ML + LLM) drives personalization</a:t>
            </a:r>
          </a:p>
          <a:p>
            <a:r>
              <a:t>• UI Schema returned and rendered dynamically</a:t>
            </a:r>
          </a:p>
          <a:p>
            <a:r>
              <a:t>• Data Lake stores historical behavior for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